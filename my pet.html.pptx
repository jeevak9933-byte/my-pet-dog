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-70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21CA7-83DD-4929-921B-0EE761485F4A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134A-0C4A-4EA4-9663-A652DE3E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292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21CA7-83DD-4929-921B-0EE761485F4A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134A-0C4A-4EA4-9663-A652DE3E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74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21CA7-83DD-4929-921B-0EE761485F4A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134A-0C4A-4EA4-9663-A652DE3E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424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21CA7-83DD-4929-921B-0EE761485F4A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134A-0C4A-4EA4-9663-A652DE3E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305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21CA7-83DD-4929-921B-0EE761485F4A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134A-0C4A-4EA4-9663-A652DE3E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743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21CA7-83DD-4929-921B-0EE761485F4A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134A-0C4A-4EA4-9663-A652DE3E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962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21CA7-83DD-4929-921B-0EE761485F4A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134A-0C4A-4EA4-9663-A652DE3E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70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21CA7-83DD-4929-921B-0EE761485F4A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134A-0C4A-4EA4-9663-A652DE3E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36789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21CA7-83DD-4929-921B-0EE761485F4A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134A-0C4A-4EA4-9663-A652DE3E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316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21CA7-83DD-4929-921B-0EE761485F4A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134A-0C4A-4EA4-9663-A652DE3E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431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21CA7-83DD-4929-921B-0EE761485F4A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7134A-0C4A-4EA4-9663-A652DE3E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045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321CA7-83DD-4929-921B-0EE761485F4A}" type="datetimeFigureOut">
              <a:rPr lang="en-IN" smtClean="0"/>
              <a:t>16-12-2025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7134A-0C4A-4EA4-9663-A652DE3E40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030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>
                <a:latin typeface="Berlin Sans FB" pitchFamily="34" charset="0"/>
              </a:rPr>
              <a:t>MY PET DOG</a:t>
            </a:r>
            <a:endParaRPr lang="en-IN" sz="4800" b="1" dirty="0">
              <a:latin typeface="Berlin Sans FB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556792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i="1" dirty="0"/>
              <a:t>Introduction</a:t>
            </a:r>
          </a:p>
          <a:p>
            <a:pPr marL="0" indent="0">
              <a:buNone/>
            </a:pPr>
            <a:r>
              <a:rPr lang="en-US" sz="2000" dirty="0" smtClean="0"/>
              <a:t>        </a:t>
            </a:r>
            <a:r>
              <a:rPr lang="en-US" sz="2000" i="1" dirty="0"/>
              <a:t>The project “My Pet Dog” is a simple HTML-based website that provides information about my pet dog. This project is created using basic HTML concepts to design a static web page. It helps beginners understand how web pages are structured and how content such as text and images can be </a:t>
            </a:r>
            <a:r>
              <a:rPr lang="en-US" sz="2000" i="1" dirty="0" smtClean="0"/>
              <a:t>displayed </a:t>
            </a:r>
            <a:r>
              <a:rPr lang="en-US" sz="2000" i="1" dirty="0"/>
              <a:t>using HTML</a:t>
            </a:r>
            <a:r>
              <a:rPr lang="en-US" sz="2000" i="1" dirty="0" smtClean="0"/>
              <a:t>.</a:t>
            </a:r>
          </a:p>
          <a:p>
            <a:pPr marL="0" indent="0">
              <a:buNone/>
            </a:pPr>
            <a:endParaRPr lang="en-US" sz="2000" i="1" dirty="0"/>
          </a:p>
          <a:p>
            <a:pPr marL="0" indent="0">
              <a:buNone/>
            </a:pPr>
            <a:r>
              <a:rPr lang="en-IN" sz="2000" b="1" dirty="0"/>
              <a:t> </a:t>
            </a:r>
            <a:r>
              <a:rPr lang="en-IN" b="1" i="1" dirty="0" smtClean="0"/>
              <a:t>Objectives</a:t>
            </a:r>
          </a:p>
          <a:p>
            <a:pPr lvl="1">
              <a:buFont typeface="Wingdings" pitchFamily="2" charset="2"/>
              <a:buChar char="v"/>
            </a:pPr>
            <a:r>
              <a:rPr lang="en-US" sz="1600" b="1" i="1" dirty="0"/>
              <a:t> </a:t>
            </a:r>
            <a:r>
              <a:rPr lang="en-US" sz="2000" i="1" dirty="0" smtClean="0"/>
              <a:t>To </a:t>
            </a:r>
            <a:r>
              <a:rPr lang="en-US" sz="2000" i="1" dirty="0"/>
              <a:t>learn the basics of </a:t>
            </a:r>
            <a:r>
              <a:rPr lang="en-US" sz="2000" i="1" dirty="0" smtClean="0"/>
              <a:t>HTML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i="1" dirty="0" smtClean="0"/>
              <a:t>To create a simple and attractive web page</a:t>
            </a:r>
          </a:p>
          <a:p>
            <a:pPr lvl="2">
              <a:buFont typeface="Wingdings" pitchFamily="2" charset="2"/>
              <a:buChar char="v"/>
            </a:pPr>
            <a:endParaRPr lang="en-US" sz="1600" i="1" dirty="0"/>
          </a:p>
        </p:txBody>
      </p:sp>
    </p:spTree>
    <p:extLst>
      <p:ext uri="{BB962C8B-B14F-4D97-AF65-F5344CB8AC3E}">
        <p14:creationId xmlns:p14="http://schemas.microsoft.com/office/powerpoint/2010/main" val="511441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88640"/>
            <a:ext cx="8229600" cy="5937523"/>
          </a:xfrm>
        </p:spPr>
        <p:txBody>
          <a:bodyPr>
            <a:normAutofit/>
          </a:bodyPr>
          <a:lstStyle/>
          <a:p>
            <a:pPr marL="342900" lvl="1" indent="-342900">
              <a:buFont typeface="Wingdings" pitchFamily="2" charset="2"/>
              <a:buChar char="v"/>
            </a:pPr>
            <a:r>
              <a:rPr lang="en-US" sz="2000" i="1" dirty="0" smtClean="0"/>
              <a:t>To present information about my pet dog in a structured format</a:t>
            </a:r>
          </a:p>
          <a:p>
            <a:pPr lvl="1">
              <a:buFont typeface="Wingdings" pitchFamily="2" charset="2"/>
              <a:buChar char="v"/>
            </a:pPr>
            <a:r>
              <a:rPr lang="en-US" sz="1600" i="1" dirty="0" smtClean="0"/>
              <a:t>To </a:t>
            </a:r>
            <a:r>
              <a:rPr lang="en-US" sz="1600" i="1" dirty="0"/>
              <a:t>understand the use of headings, paragraphs, images, and lists in </a:t>
            </a:r>
            <a:r>
              <a:rPr lang="en-US" sz="1600" i="1" dirty="0" smtClean="0"/>
              <a:t>HTML</a:t>
            </a:r>
          </a:p>
          <a:p>
            <a:pPr marL="0" indent="0">
              <a:buNone/>
            </a:pPr>
            <a:endParaRPr lang="en-US" sz="2000" i="1" dirty="0"/>
          </a:p>
          <a:p>
            <a:pPr marL="0" indent="0">
              <a:buNone/>
            </a:pPr>
            <a:r>
              <a:rPr lang="en-IN" b="1" i="1" dirty="0"/>
              <a:t>Tools and Technologies Used</a:t>
            </a:r>
          </a:p>
          <a:p>
            <a:pPr lvl="1">
              <a:buFont typeface="Wingdings" pitchFamily="2" charset="2"/>
              <a:buChar char="v"/>
            </a:pPr>
            <a:r>
              <a:rPr lang="en-IN" sz="2000" i="1" dirty="0"/>
              <a:t>Language: HTML</a:t>
            </a:r>
          </a:p>
          <a:p>
            <a:pPr lvl="1">
              <a:buFont typeface="Wingdings" pitchFamily="2" charset="2"/>
              <a:buChar char="v"/>
            </a:pPr>
            <a:r>
              <a:rPr lang="en-IN" sz="2000" i="1" dirty="0"/>
              <a:t>Editor: Notepad / VS Code</a:t>
            </a:r>
          </a:p>
          <a:p>
            <a:pPr lvl="1">
              <a:buFont typeface="Wingdings" pitchFamily="2" charset="2"/>
              <a:buChar char="v"/>
            </a:pPr>
            <a:r>
              <a:rPr lang="en-IN" sz="2000" i="1" dirty="0"/>
              <a:t>Browser: Google Chrome / Microsoft </a:t>
            </a:r>
            <a:r>
              <a:rPr lang="en-IN" sz="2000" i="1" dirty="0" smtClean="0"/>
              <a:t>Edge</a:t>
            </a:r>
          </a:p>
          <a:p>
            <a:pPr>
              <a:buFont typeface="Wingdings" pitchFamily="2" charset="2"/>
              <a:buChar char="v"/>
            </a:pPr>
            <a:endParaRPr lang="en-US" sz="2200" i="1" dirty="0"/>
          </a:p>
          <a:p>
            <a:pPr marL="0" indent="0">
              <a:buNone/>
            </a:pPr>
            <a:r>
              <a:rPr lang="en-US" sz="3500" b="1" i="1" dirty="0"/>
              <a:t>Description of the Program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i="1" dirty="0"/>
              <a:t>The HTML program displays a webpage titled </a:t>
            </a:r>
            <a:r>
              <a:rPr lang="en-US" sz="2000" b="1" i="1" dirty="0"/>
              <a:t>“My Pet Dog”</a:t>
            </a:r>
            <a:r>
              <a:rPr lang="en-US" sz="2000" i="1" dirty="0"/>
              <a:t>.</a:t>
            </a:r>
            <a:br>
              <a:rPr lang="en-US" sz="2000" i="1" dirty="0"/>
            </a:br>
            <a:r>
              <a:rPr lang="en-US" sz="2000" i="1" dirty="0"/>
              <a:t>It contains: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i="1" dirty="0"/>
              <a:t>A main heading introducing the pet </a:t>
            </a:r>
            <a:r>
              <a:rPr lang="en-US" sz="2000" i="1" dirty="0" smtClean="0"/>
              <a:t>dog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511441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548680"/>
            <a:ext cx="8229600" cy="6120680"/>
          </a:xfrm>
        </p:spPr>
        <p:txBody>
          <a:bodyPr>
            <a:normAutofit/>
          </a:bodyPr>
          <a:lstStyle/>
          <a:p>
            <a:pPr lvl="1">
              <a:buFont typeface="Wingdings" pitchFamily="2" charset="2"/>
              <a:buChar char="v"/>
            </a:pPr>
            <a:r>
              <a:rPr lang="en-US" sz="2000" i="1" dirty="0" smtClean="0"/>
              <a:t>The </a:t>
            </a:r>
            <a:r>
              <a:rPr lang="en-US" sz="2000" i="1" dirty="0"/>
              <a:t>dog’s name displayed as a subheading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i="1" dirty="0"/>
              <a:t>A short paragraph describing the dog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i="1" dirty="0"/>
              <a:t>Another paragraph showing the dog’s favorite activity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i="1" dirty="0"/>
              <a:t>Inline CSS is used to set the font style, text alignment, and background color</a:t>
            </a:r>
            <a:r>
              <a:rPr lang="en-US" sz="2000" i="1" dirty="0" smtClean="0"/>
              <a:t>.</a:t>
            </a:r>
          </a:p>
          <a:p>
            <a:pPr marL="0" indent="0">
              <a:buNone/>
            </a:pPr>
            <a:r>
              <a:rPr lang="en-IN" b="1" i="1" dirty="0"/>
              <a:t>HTML Elements </a:t>
            </a:r>
            <a:r>
              <a:rPr lang="en-IN" b="1" i="1" dirty="0" smtClean="0"/>
              <a:t>Used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i="1" dirty="0"/>
              <a:t>&lt;!DOCTYPE html&gt; – Defines the document type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i="1" dirty="0"/>
              <a:t>&lt;html&gt; – Root element of the HTML page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i="1" dirty="0"/>
              <a:t>&lt;head&gt; – Contains the page title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i="1" dirty="0" smtClean="0"/>
              <a:t>&lt;</a:t>
            </a:r>
            <a:r>
              <a:rPr lang="en-US" sz="2000" i="1" dirty="0"/>
              <a:t>body&gt; – Contains the visible content</a:t>
            </a:r>
          </a:p>
          <a:p>
            <a:pPr lvl="1">
              <a:buFont typeface="Wingdings" pitchFamily="2" charset="2"/>
              <a:buChar char="v"/>
            </a:pPr>
            <a:r>
              <a:rPr lang="en-US" sz="2000" i="1" dirty="0"/>
              <a:t>&lt;h1&gt; – Main </a:t>
            </a:r>
            <a:r>
              <a:rPr lang="en-US" sz="2000" i="1" dirty="0" smtClean="0"/>
              <a:t>heading</a:t>
            </a:r>
            <a:endParaRPr lang="en-US" sz="2000" i="1" dirty="0"/>
          </a:p>
        </p:txBody>
      </p:sp>
    </p:spTree>
    <p:extLst>
      <p:ext uri="{BB962C8B-B14F-4D97-AF65-F5344CB8AC3E}">
        <p14:creationId xmlns:p14="http://schemas.microsoft.com/office/powerpoint/2010/main" val="511441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404664"/>
            <a:ext cx="8229600" cy="57214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3500" b="1" i="1" dirty="0"/>
              <a:t> </a:t>
            </a:r>
            <a:r>
              <a:rPr lang="en-IN" b="1" i="1" dirty="0" smtClean="0"/>
              <a:t>Features</a:t>
            </a:r>
          </a:p>
          <a:p>
            <a:pPr lvl="1">
              <a:buFont typeface="Wingdings" pitchFamily="2" charset="2"/>
              <a:buChar char="v"/>
            </a:pPr>
            <a:r>
              <a:rPr lang="en-US" sz="3100" b="1" i="1" dirty="0" smtClean="0"/>
              <a:t> </a:t>
            </a:r>
            <a:r>
              <a:rPr lang="en-US" sz="2400" i="1" dirty="0" smtClean="0"/>
              <a:t>Simple </a:t>
            </a:r>
            <a:r>
              <a:rPr lang="en-US" sz="2400" i="1" dirty="0"/>
              <a:t>and readable design</a:t>
            </a:r>
          </a:p>
          <a:p>
            <a:pPr lvl="1">
              <a:buFont typeface="Wingdings" pitchFamily="2" charset="2"/>
              <a:buChar char="v"/>
            </a:pPr>
            <a:r>
              <a:rPr lang="en-US" sz="2400" i="1" dirty="0"/>
              <a:t>Center-aligned content</a:t>
            </a:r>
          </a:p>
          <a:p>
            <a:pPr lvl="1">
              <a:buFont typeface="Wingdings" pitchFamily="2" charset="2"/>
              <a:buChar char="v"/>
            </a:pPr>
            <a:r>
              <a:rPr lang="en-US" sz="2400" i="1" dirty="0"/>
              <a:t>Light background color for better appearance</a:t>
            </a:r>
          </a:p>
          <a:p>
            <a:pPr lvl="1">
              <a:buFont typeface="Wingdings" pitchFamily="2" charset="2"/>
              <a:buChar char="v"/>
            </a:pPr>
            <a:r>
              <a:rPr lang="en-US" sz="2400" i="1" dirty="0"/>
              <a:t>Use of </a:t>
            </a:r>
            <a:r>
              <a:rPr lang="en-US" sz="2400" i="1" dirty="0" err="1"/>
              <a:t>emojis</a:t>
            </a:r>
            <a:r>
              <a:rPr lang="en-US" sz="2400" i="1" dirty="0"/>
              <a:t> for visual </a:t>
            </a:r>
            <a:r>
              <a:rPr lang="en-US" sz="2400" i="1" dirty="0" smtClean="0"/>
              <a:t>appeal</a:t>
            </a:r>
          </a:p>
          <a:p>
            <a:pPr marL="0" indent="0">
              <a:buNone/>
            </a:pPr>
            <a:endParaRPr lang="en-US" sz="3600" i="1" dirty="0" smtClean="0"/>
          </a:p>
          <a:p>
            <a:pPr marL="0" indent="0">
              <a:buNone/>
            </a:pPr>
            <a:r>
              <a:rPr lang="en-IN" b="1" i="1" dirty="0" smtClean="0"/>
              <a:t>Limitations</a:t>
            </a:r>
          </a:p>
          <a:p>
            <a:pPr lvl="1">
              <a:buFont typeface="Wingdings" pitchFamily="2" charset="2"/>
              <a:buChar char="v"/>
            </a:pPr>
            <a:r>
              <a:rPr lang="en-US" sz="2200" i="1" dirty="0" smtClean="0"/>
              <a:t>Static </a:t>
            </a:r>
            <a:r>
              <a:rPr lang="en-US" sz="2200" i="1" dirty="0"/>
              <a:t>content only</a:t>
            </a:r>
          </a:p>
          <a:p>
            <a:pPr lvl="1">
              <a:buFont typeface="Wingdings" pitchFamily="2" charset="2"/>
              <a:buChar char="v"/>
            </a:pPr>
            <a:r>
              <a:rPr lang="en-US" sz="2200" i="1" dirty="0"/>
              <a:t>No images or animations</a:t>
            </a:r>
          </a:p>
          <a:p>
            <a:pPr lvl="1">
              <a:buFont typeface="Wingdings" pitchFamily="2" charset="2"/>
              <a:buChar char="v"/>
            </a:pPr>
            <a:r>
              <a:rPr lang="en-US" sz="2200" i="1" dirty="0"/>
              <a:t>No user </a:t>
            </a:r>
            <a:r>
              <a:rPr lang="en-US" sz="2200" i="1" dirty="0" smtClean="0"/>
              <a:t>interaction</a:t>
            </a:r>
            <a:endParaRPr lang="en-US" sz="2200" i="1" dirty="0"/>
          </a:p>
        </p:txBody>
      </p:sp>
    </p:spTree>
    <p:extLst>
      <p:ext uri="{BB962C8B-B14F-4D97-AF65-F5344CB8AC3E}">
        <p14:creationId xmlns:p14="http://schemas.microsoft.com/office/powerpoint/2010/main" val="511441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404664"/>
            <a:ext cx="8229600" cy="5721499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9800" i="1" dirty="0" smtClean="0"/>
              <a:t>                         </a:t>
            </a:r>
            <a:r>
              <a:rPr lang="en-US" sz="9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PET DOG</a:t>
            </a:r>
            <a:br>
              <a:rPr lang="en-US" sz="98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IN" sz="9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sz="6200" i="1" dirty="0" smtClean="0"/>
              <a:t>&lt;!DOCTYPE html&gt;&lt;html&gt;</a:t>
            </a:r>
          </a:p>
          <a:p>
            <a:pPr marL="0" indent="0">
              <a:buNone/>
            </a:pPr>
            <a:r>
              <a:rPr lang="en-IN" sz="6200" i="1" dirty="0" smtClean="0"/>
              <a:t>&lt;head&gt;</a:t>
            </a:r>
          </a:p>
          <a:p>
            <a:pPr marL="0" indent="0">
              <a:buNone/>
            </a:pPr>
            <a:r>
              <a:rPr lang="en-IN" sz="6200" i="1" dirty="0" smtClean="0"/>
              <a:t>  &lt;title&gt;My Pet Dog&lt;/title&gt;</a:t>
            </a:r>
          </a:p>
          <a:p>
            <a:pPr marL="0" indent="0">
              <a:buNone/>
            </a:pPr>
            <a:r>
              <a:rPr lang="en-IN" sz="6200" i="1" dirty="0" smtClean="0"/>
              <a:t>&lt;/head&gt;</a:t>
            </a:r>
          </a:p>
          <a:p>
            <a:pPr marL="0" indent="0">
              <a:buNone/>
            </a:pPr>
            <a:r>
              <a:rPr lang="en-IN" sz="6200" i="1" dirty="0" smtClean="0"/>
              <a:t>&lt;body style="font-family: Arial; text-align: </a:t>
            </a:r>
            <a:r>
              <a:rPr lang="en-IN" sz="6200" i="1" dirty="0" err="1" smtClean="0"/>
              <a:t>center</a:t>
            </a:r>
            <a:r>
              <a:rPr lang="en-IN" sz="6200" i="1" dirty="0" smtClean="0"/>
              <a:t>; background-</a:t>
            </a:r>
            <a:r>
              <a:rPr lang="en-IN" sz="6200" i="1" dirty="0" err="1" smtClean="0"/>
              <a:t>color</a:t>
            </a:r>
            <a:r>
              <a:rPr lang="en-IN" sz="6200" i="1" dirty="0" smtClean="0"/>
              <a:t>: #f9f9f9;"&gt;</a:t>
            </a:r>
          </a:p>
          <a:p>
            <a:pPr marL="0" indent="0">
              <a:buNone/>
            </a:pPr>
            <a:r>
              <a:rPr lang="en-IN" sz="6200" i="1" dirty="0" smtClean="0"/>
              <a:t>  &lt;h1&gt; Meet My Pet Dog &lt;/h1&gt;</a:t>
            </a:r>
          </a:p>
          <a:p>
            <a:pPr marL="0" indent="0">
              <a:buNone/>
            </a:pPr>
            <a:r>
              <a:rPr lang="en-IN" sz="6200" i="1" dirty="0" smtClean="0"/>
              <a:t>  &lt;h2&gt;Name: Bruno&lt;/h2&gt;</a:t>
            </a:r>
          </a:p>
          <a:p>
            <a:pPr marL="0" indent="0">
              <a:buNone/>
            </a:pPr>
            <a:r>
              <a:rPr lang="en-IN" sz="6200" i="1" dirty="0" smtClean="0"/>
              <a:t>  &lt;p&gt;Bruno is a friendly Labrador who loves playing fetch and eating treats.&lt;/p&gt;</a:t>
            </a:r>
          </a:p>
          <a:p>
            <a:pPr marL="0" indent="0">
              <a:buNone/>
            </a:pPr>
            <a:r>
              <a:rPr lang="en-IN" sz="6200" i="1" dirty="0" smtClean="0"/>
              <a:t>  &lt;p&gt;&lt;b&gt;</a:t>
            </a:r>
            <a:r>
              <a:rPr lang="en-IN" sz="6200" i="1" dirty="0" err="1" smtClean="0"/>
              <a:t>Favorite</a:t>
            </a:r>
            <a:r>
              <a:rPr lang="en-IN" sz="6200" i="1" dirty="0" smtClean="0"/>
              <a:t> Activity:&lt;/b&gt; Running in the park &lt;/p&gt;</a:t>
            </a:r>
          </a:p>
          <a:p>
            <a:pPr marL="0" indent="0">
              <a:buNone/>
            </a:pPr>
            <a:r>
              <a:rPr lang="en-IN" sz="6200" i="1" dirty="0" smtClean="0"/>
              <a:t>&lt;/body&gt;</a:t>
            </a:r>
          </a:p>
          <a:p>
            <a:pPr marL="0" indent="0">
              <a:buNone/>
            </a:pPr>
            <a:r>
              <a:rPr lang="en-IN" sz="6200" i="1" dirty="0" smtClean="0"/>
              <a:t>&lt;/html&gt;</a:t>
            </a:r>
          </a:p>
          <a:p>
            <a:pPr marL="0" indent="0">
              <a:buNone/>
            </a:pPr>
            <a:r>
              <a:rPr lang="en-IN" sz="4400" dirty="0" smtClean="0"/>
              <a:t/>
            </a:r>
            <a:br>
              <a:rPr lang="en-IN" sz="4400" dirty="0" smtClean="0"/>
            </a:br>
            <a:endParaRPr lang="en-IN" sz="2200" i="1" dirty="0"/>
          </a:p>
          <a:p>
            <a:pPr marL="0" indent="0">
              <a:buNone/>
            </a:pPr>
            <a:r>
              <a:rPr lang="en-IN" sz="2200" i="1" dirty="0" smtClean="0"/>
              <a:t/>
            </a:r>
            <a:br>
              <a:rPr lang="en-IN" sz="2200" i="1" dirty="0" smtClean="0"/>
            </a:br>
            <a:endParaRPr lang="en-US" sz="2200" i="1" dirty="0" smtClean="0"/>
          </a:p>
          <a:p>
            <a:pPr marL="0" indent="0">
              <a:buNone/>
            </a:pPr>
            <a:endParaRPr lang="en-US" sz="2000" i="1" dirty="0" smtClean="0"/>
          </a:p>
          <a:p>
            <a:pPr>
              <a:buFont typeface="Wingdings" pitchFamily="2" charset="2"/>
              <a:buChar char="v"/>
            </a:pPr>
            <a:endParaRPr lang="en-US" sz="2000" i="1" dirty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sz="2000" i="1" dirty="0"/>
          </a:p>
        </p:txBody>
      </p:sp>
    </p:spTree>
    <p:extLst>
      <p:ext uri="{BB962C8B-B14F-4D97-AF65-F5344CB8AC3E}">
        <p14:creationId xmlns:p14="http://schemas.microsoft.com/office/powerpoint/2010/main" val="511441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76672"/>
            <a:ext cx="8229600" cy="5976664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 smtClean="0"/>
              <a:t>Result:</a:t>
            </a:r>
          </a:p>
          <a:p>
            <a:pPr marL="0" indent="0">
              <a:buNone/>
            </a:pPr>
            <a:r>
              <a:rPr lang="en-US" b="1" i="1" dirty="0"/>
              <a:t>  </a:t>
            </a:r>
            <a:r>
              <a:rPr lang="en-US" b="1" i="1" dirty="0" smtClean="0"/>
              <a:t>       </a:t>
            </a:r>
            <a:r>
              <a:rPr lang="en-US" sz="2000" i="1" dirty="0" smtClean="0"/>
              <a:t>Meet My Pet Dog</a:t>
            </a:r>
          </a:p>
          <a:p>
            <a:pPr marL="0" indent="0">
              <a:buNone/>
            </a:pPr>
            <a:r>
              <a:rPr lang="en-US" sz="2000" i="1" dirty="0" smtClean="0"/>
              <a:t>              Name: Bruno</a:t>
            </a:r>
          </a:p>
          <a:p>
            <a:pPr marL="0" indent="0">
              <a:buNone/>
            </a:pPr>
            <a:r>
              <a:rPr lang="en-US" sz="2000" i="1" dirty="0" smtClean="0"/>
              <a:t>             Bruno is a friendly Labrador who loves playing fetch and eating treats.</a:t>
            </a:r>
          </a:p>
          <a:p>
            <a:pPr marL="0" indent="0">
              <a:buNone/>
            </a:pPr>
            <a:r>
              <a:rPr lang="en-US" sz="2000" i="1" dirty="0" smtClean="0"/>
              <a:t>             Favorite Activity: Running in the park </a:t>
            </a:r>
          </a:p>
          <a:p>
            <a:pPr marL="0" indent="0">
              <a:buNone/>
            </a:pPr>
            <a:r>
              <a:rPr lang="en-US" sz="2000" i="1" dirty="0" smtClean="0"/>
              <a:t/>
            </a:r>
            <a:br>
              <a:rPr lang="en-US" sz="2000" i="1" dirty="0" smtClean="0"/>
            </a:br>
            <a:endParaRPr lang="en-IN" sz="2000" b="1" i="1" dirty="0"/>
          </a:p>
        </p:txBody>
      </p:sp>
    </p:spTree>
    <p:extLst>
      <p:ext uri="{BB962C8B-B14F-4D97-AF65-F5344CB8AC3E}">
        <p14:creationId xmlns:p14="http://schemas.microsoft.com/office/powerpoint/2010/main" val="4173817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120</Words>
  <Application>Microsoft Office PowerPoint</Application>
  <PresentationFormat>On-screen Show (4:3)</PresentationFormat>
  <Paragraphs>61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MY PET DOG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PET</dc:title>
  <dc:creator>Admin</dc:creator>
  <cp:lastModifiedBy>Admin</cp:lastModifiedBy>
  <cp:revision>6</cp:revision>
  <dcterms:created xsi:type="dcterms:W3CDTF">2025-12-16T07:52:19Z</dcterms:created>
  <dcterms:modified xsi:type="dcterms:W3CDTF">2025-12-16T09:55:12Z</dcterms:modified>
</cp:coreProperties>
</file>